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4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99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Medium" panose="02000000000000000000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A2E0F6-6F1E-4410-9182-B7D5B0BC72EE}">
  <a:tblStyle styleId="{D5A2E0F6-6F1E-4410-9182-B7D5B0BC72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1" d="100"/>
          <a:sy n="171" d="100"/>
        </p:scale>
        <p:origin x="576" y="86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5.xml"/><Relationship Id="rId51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3ce85d903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BkKU2HRLL26Wzz7eOPESOVAaIuvibp?usp=drive_lin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.png"/><Relationship Id="rId21" Type="http://schemas.openxmlformats.org/officeDocument/2006/relationships/image" Target="../media/image13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63" Type="http://schemas.openxmlformats.org/officeDocument/2006/relationships/image" Target="../media/image79.png"/><Relationship Id="rId68" Type="http://schemas.openxmlformats.org/officeDocument/2006/relationships/image" Target="../media/image84.png"/><Relationship Id="rId7" Type="http://schemas.openxmlformats.org/officeDocument/2006/relationships/image" Target="../media/image25.png"/><Relationship Id="rId71" Type="http://schemas.openxmlformats.org/officeDocument/2006/relationships/image" Target="../media/image8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1.png"/><Relationship Id="rId29" Type="http://schemas.openxmlformats.org/officeDocument/2006/relationships/image" Target="../media/image45.png"/><Relationship Id="rId11" Type="http://schemas.openxmlformats.org/officeDocument/2006/relationships/image" Target="../media/image29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53" Type="http://schemas.openxmlformats.org/officeDocument/2006/relationships/image" Target="../media/image69.png"/><Relationship Id="rId58" Type="http://schemas.openxmlformats.org/officeDocument/2006/relationships/image" Target="../media/image74.png"/><Relationship Id="rId66" Type="http://schemas.openxmlformats.org/officeDocument/2006/relationships/image" Target="../media/image82.png"/><Relationship Id="rId5" Type="http://schemas.openxmlformats.org/officeDocument/2006/relationships/image" Target="../media/image20.png"/><Relationship Id="rId61" Type="http://schemas.openxmlformats.org/officeDocument/2006/relationships/image" Target="../media/image77.png"/><Relationship Id="rId19" Type="http://schemas.openxmlformats.org/officeDocument/2006/relationships/image" Target="../media/image36.png"/><Relationship Id="rId14" Type="http://schemas.openxmlformats.org/officeDocument/2006/relationships/image" Target="../media/image32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Relationship Id="rId56" Type="http://schemas.openxmlformats.org/officeDocument/2006/relationships/image" Target="../media/image72.png"/><Relationship Id="rId64" Type="http://schemas.openxmlformats.org/officeDocument/2006/relationships/image" Target="../media/image80.png"/><Relationship Id="rId69" Type="http://schemas.openxmlformats.org/officeDocument/2006/relationships/image" Target="../media/image85.png"/><Relationship Id="rId8" Type="http://schemas.openxmlformats.org/officeDocument/2006/relationships/image" Target="../media/image26.png"/><Relationship Id="rId51" Type="http://schemas.openxmlformats.org/officeDocument/2006/relationships/image" Target="../media/image67.png"/><Relationship Id="rId3" Type="http://schemas.openxmlformats.org/officeDocument/2006/relationships/image" Target="../media/image22.png"/><Relationship Id="rId12" Type="http://schemas.openxmlformats.org/officeDocument/2006/relationships/image" Target="../media/image30.png"/><Relationship Id="rId17" Type="http://schemas.openxmlformats.org/officeDocument/2006/relationships/image" Target="../media/image34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59" Type="http://schemas.openxmlformats.org/officeDocument/2006/relationships/image" Target="../media/image75.png"/><Relationship Id="rId67" Type="http://schemas.openxmlformats.org/officeDocument/2006/relationships/image" Target="../media/image83.png"/><Relationship Id="rId20" Type="http://schemas.openxmlformats.org/officeDocument/2006/relationships/image" Target="../media/image37.png"/><Relationship Id="rId41" Type="http://schemas.openxmlformats.org/officeDocument/2006/relationships/image" Target="../media/image57.png"/><Relationship Id="rId54" Type="http://schemas.openxmlformats.org/officeDocument/2006/relationships/image" Target="../media/image70.png"/><Relationship Id="rId62" Type="http://schemas.openxmlformats.org/officeDocument/2006/relationships/image" Target="../media/image78.png"/><Relationship Id="rId70" Type="http://schemas.openxmlformats.org/officeDocument/2006/relationships/image" Target="../media/image8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4.png"/><Relationship Id="rId15" Type="http://schemas.openxmlformats.org/officeDocument/2006/relationships/image" Target="../media/image33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65.png"/><Relationship Id="rId57" Type="http://schemas.openxmlformats.org/officeDocument/2006/relationships/image" Target="../media/image73.png"/><Relationship Id="rId10" Type="http://schemas.openxmlformats.org/officeDocument/2006/relationships/image" Target="../media/image28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52" Type="http://schemas.openxmlformats.org/officeDocument/2006/relationships/image" Target="../media/image68.png"/><Relationship Id="rId60" Type="http://schemas.openxmlformats.org/officeDocument/2006/relationships/image" Target="../media/image76.png"/><Relationship Id="rId65" Type="http://schemas.openxmlformats.org/officeDocument/2006/relationships/image" Target="../media/image81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3" Type="http://schemas.openxmlformats.org/officeDocument/2006/relationships/image" Target="../media/image31.png"/><Relationship Id="rId18" Type="http://schemas.openxmlformats.org/officeDocument/2006/relationships/image" Target="../media/image35.png"/><Relationship Id="rId39" Type="http://schemas.openxmlformats.org/officeDocument/2006/relationships/image" Target="../media/image55.png"/><Relationship Id="rId34" Type="http://schemas.openxmlformats.org/officeDocument/2006/relationships/image" Target="../media/image50.png"/><Relationship Id="rId50" Type="http://schemas.openxmlformats.org/officeDocument/2006/relationships/image" Target="../media/image66.png"/><Relationship Id="rId55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8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osatom/articles/841842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45870" y="1320907"/>
            <a:ext cx="7584300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обменов Торговой системы с </a:t>
            </a:r>
            <a:r>
              <a:rPr lang="en-US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WMS</a:t>
            </a:r>
            <a:endParaRPr lang="ru-RU"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Архитектора 1С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ru-RU" sz="3000" dirty="0"/>
              <a:t>Организация обменов с WMS системой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Лазарев Вячеслав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Руководитель автоматизации</a:t>
            </a:r>
            <a:endParaRPr lang="ru" sz="13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F5C303-09E4-47C4-834D-0768086FD5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119" y="2048637"/>
            <a:ext cx="3144934" cy="2378561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4233234525"/>
              </p:ext>
            </p:extLst>
          </p:nvPr>
        </p:nvGraphicFramePr>
        <p:xfrm>
          <a:off x="952500" y="2382125"/>
          <a:ext cx="7239000" cy="2840713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7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достижения цели было необходимо: Разработать модуль интеграции для торговой системы для передачи данных в брокер сообщений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Разработать модуль получения  данных для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WMS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системы из брокера сообщений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Разарботать механизм формрования закрывающих документов в торговой системе по данным полученым из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WMS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62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570901" y="1062894"/>
            <a:ext cx="5887500" cy="113637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проекта:Автомтизировать процес получения предачи заказов поставщикам и клиентов из торговой сичтемы  в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WMS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для последующей их обработке на складе и передаче обратно информации для формирования закрывающих документов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783986520"/>
              </p:ext>
            </p:extLst>
          </p:nvPr>
        </p:nvGraphicFramePr>
        <p:xfrm>
          <a:off x="952500" y="1897775"/>
          <a:ext cx="7239000" cy="3061058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Разработка приложения-Платформа 1С.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Брокер сообщений-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Интеграция 1С и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-Библиотеки интеграции 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8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Макетирование-1С Накидка</a:t>
                      </a: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Репозитарий -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</a:t>
                      </a: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получилось:</a:t>
            </a:r>
            <a:endParaRPr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E729C6-495D-45CB-93F3-14C76863F4C7}"/>
              </a:ext>
            </a:extLst>
          </p:cNvPr>
          <p:cNvSpPr txBox="1"/>
          <p:nvPr/>
        </p:nvSpPr>
        <p:spPr>
          <a:xfrm>
            <a:off x="3807346" y="511129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Архитектура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79D328-097D-4112-8F95-E82E9993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36" y="1050289"/>
            <a:ext cx="8576881" cy="3240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4;p41">
            <a:extLst>
              <a:ext uri="{FF2B5EF4-FFF2-40B4-BE49-F238E27FC236}">
                <a16:creationId xmlns:a16="http://schemas.microsoft.com/office/drawing/2014/main" id="{05ACB392-C406-4BDA-A6DE-99AFD896A8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получилось:</a:t>
            </a:r>
            <a:endParaRPr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D3933-21A8-4A3C-8D65-B0A78C6E6825}"/>
              </a:ext>
            </a:extLst>
          </p:cNvPr>
          <p:cNvSpPr txBox="1"/>
          <p:nvPr/>
        </p:nvSpPr>
        <p:spPr>
          <a:xfrm>
            <a:off x="3807346" y="511129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Интерфес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7445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7239000" cy="1775848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 b="1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sz="1100" b="1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marL="914400" lvl="1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marL="914400" lvl="1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ru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lang="ru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>
            <a:spLocks noGrp="1"/>
          </p:cNvSpPr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lang="ru" sz="5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sz="1500"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sz="1700" b="1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sz="1700" b="1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>
            <a:spLocks noGrp="1"/>
          </p:cNvSpPr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{D5A2E0F6-6F1E-4410-9182-B7D5B0BC72EE}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2373</Words>
  <Application>Microsoft Office PowerPoint</Application>
  <PresentationFormat>Экран (16:9)</PresentationFormat>
  <Paragraphs>336</Paragraphs>
  <Slides>44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44</vt:i4>
      </vt:variant>
    </vt:vector>
  </HeadingPairs>
  <TitlesOfParts>
    <vt:vector size="52" baseType="lpstr">
      <vt:lpstr>Arial</vt:lpstr>
      <vt:lpstr>Roboto Medium</vt:lpstr>
      <vt:lpstr>Courier New</vt:lpstr>
      <vt:lpstr>Avenir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Организация обменов с WMS системой   </vt:lpstr>
      <vt:lpstr>План защиты</vt:lpstr>
      <vt:lpstr>Презентация PowerPoint</vt:lpstr>
      <vt:lpstr>Какие технологии использовались </vt:lpstr>
      <vt:lpstr>Что получилось:</vt:lpstr>
      <vt:lpstr>Что получилось:</vt:lpstr>
      <vt:lpstr>Выводы </vt:lpstr>
      <vt:lpstr>Презентация PowerPoint</vt:lpstr>
      <vt:lpstr>Спасибо за внимание!</vt:lpstr>
      <vt:lpstr>Презентация PowerPoint</vt:lpstr>
      <vt:lpstr>Инструменты для работы с презентацией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Шаблоны, которые вы можете использовать для рассказа о своем проекте</vt:lpstr>
      <vt:lpstr>Материал для моделирования </vt:lpstr>
      <vt:lpstr>Презентация PowerPoint</vt:lpstr>
      <vt:lpstr>Слайды с “кнопками” </vt:lpstr>
      <vt:lpstr>Презентация PowerPoint</vt:lpstr>
      <vt:lpstr>Заголовок: главная мысль слайда </vt:lpstr>
      <vt:lpstr>Главная мысль слайда</vt:lpstr>
      <vt:lpstr>Главная мысль слайда</vt:lpstr>
      <vt:lpstr>Слайд со списком </vt:lpstr>
      <vt:lpstr>Главная мысль  слайда  </vt:lpstr>
      <vt:lpstr>Слайд с 3 колонками</vt:lpstr>
      <vt:lpstr>Сравнение двух кейсов  </vt:lpstr>
      <vt:lpstr>Презентация PowerPoint</vt:lpstr>
      <vt:lpstr>Заголовок: главная мысль слайда </vt:lpstr>
      <vt:lpstr>Презентация PowerPoint</vt:lpstr>
      <vt:lpstr>Процесс через этапы </vt:lpstr>
      <vt:lpstr>Процесс через этапы </vt:lpstr>
      <vt:lpstr>Процесс через этапы </vt:lpstr>
      <vt:lpstr>Процесс через этапы </vt:lpstr>
      <vt:lpstr>Презентация PowerPoint</vt:lpstr>
      <vt:lpstr>Слайд с кодом 1</vt:lpstr>
      <vt:lpstr>Слайд с кодом 2</vt:lpstr>
      <vt:lpstr>Слайд с кодом 3</vt:lpstr>
      <vt:lpstr>Слайд с кодом и текстом </vt:lpstr>
      <vt:lpstr>Слайд с таблицей</vt:lpstr>
      <vt:lpstr>Слайд с таблицей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Лазарев Вячеслав</cp:lastModifiedBy>
  <cp:revision>9</cp:revision>
  <dcterms:modified xsi:type="dcterms:W3CDTF">2025-09-25T07:40:55Z</dcterms:modified>
</cp:coreProperties>
</file>